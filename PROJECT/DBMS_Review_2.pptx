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0" r:id="rId14"/>
    <p:sldId id="271" r:id="rId15"/>
    <p:sldId id="272" r:id="rId16"/>
    <p:sldId id="273" r:id="rId1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0B7C1-73D0-45AC-8085-27C1597D3EBE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D5F6B-4E5A-495A-8054-68FC7AA5F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1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5d10e128c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g275d10e128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0987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AD7E5-7326-6E81-B2FA-425A9870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7BA29-07EA-1E45-2CF7-8799B9F15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9DA59-89CF-8B95-13D2-68F50E890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5CA3C-E5AB-0E52-F55D-D79E7B4F0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079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24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9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0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6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1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9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56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0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52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1"/>
            <a:ext cx="12192000" cy="4864500"/>
          </a:xfrm>
          <a:prstGeom prst="rect">
            <a:avLst/>
          </a:prstGeom>
          <a:solidFill>
            <a:srgbClr val="00336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ctrTitle"/>
          </p:nvPr>
        </p:nvSpPr>
        <p:spPr>
          <a:xfrm>
            <a:off x="835200" y="1252800"/>
            <a:ext cx="10848000" cy="1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835200" y="3021178"/>
            <a:ext cx="10848000" cy="16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9181630" y="5012479"/>
            <a:ext cx="1407133" cy="972503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241388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1E997-8A1D-4341-9577-7F12B186FE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570DD-AFB6-49F2-A0B1-13C3583D2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7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1112784" y="1185639"/>
            <a:ext cx="9966431" cy="23713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4000" dirty="0"/>
              <a:t>AI-Based Network Intrusion Detection and Threat Intelligence Dashboard</a:t>
            </a:r>
            <a:endParaRPr sz="4000" b="0" dirty="0">
              <a:solidFill>
                <a:srgbClr val="FFFFFF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658706" y="2731626"/>
            <a:ext cx="8901900" cy="2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endParaRPr sz="2600" dirty="0">
              <a:solidFill>
                <a:srgbClr val="B6D7A8"/>
              </a:solidFill>
            </a:endParaRPr>
          </a:p>
          <a:p>
            <a:r>
              <a:rPr lang="en" sz="2600" dirty="0">
                <a:solidFill>
                  <a:srgbClr val="B6D7A8"/>
                </a:solidFill>
              </a:rPr>
              <a:t>    					                                      </a:t>
            </a:r>
            <a:endParaRPr sz="2600" dirty="0">
              <a:solidFill>
                <a:srgbClr val="B6D7A8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F0E96-CA5F-1106-D0E2-DF92B92C1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665" y="5011626"/>
            <a:ext cx="4396844" cy="15459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C1F363-E253-DB3D-683A-0390AEE1F7BA}"/>
              </a:ext>
            </a:extLst>
          </p:cNvPr>
          <p:cNvSpPr/>
          <p:nvPr/>
        </p:nvSpPr>
        <p:spPr>
          <a:xfrm>
            <a:off x="111760" y="5241919"/>
            <a:ext cx="3596640" cy="138240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5270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SRIVALLI-2520090040</a:t>
            </a:r>
          </a:p>
          <a:p>
            <a:pPr marL="5270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PAVANI-2520090041</a:t>
            </a:r>
          </a:p>
          <a:p>
            <a:pPr marL="527050" indent="-635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KAVYA SREE - 250090143</a:t>
            </a:r>
            <a:endParaRPr lang="en-IN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112784" y="3500000"/>
            <a:ext cx="9966431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REVIEW 2</a:t>
            </a:r>
          </a:p>
        </p:txBody>
      </p:sp>
    </p:spTree>
    <p:extLst>
      <p:ext uri="{BB962C8B-B14F-4D97-AF65-F5344CB8AC3E}">
        <p14:creationId xmlns:p14="http://schemas.microsoft.com/office/powerpoint/2010/main" val="326188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71C0-81F7-4F91-37E3-8B3AD8EE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6131FD51-D714-D45D-EA17-3A835C35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41532-C938-6AB5-C2AB-6DED5D8F3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468CA2-D440-23BE-E820-087CE241210B}"/>
              </a:ext>
            </a:extLst>
          </p:cNvPr>
          <p:cNvSpPr txBox="1"/>
          <p:nvPr/>
        </p:nvSpPr>
        <p:spPr>
          <a:xfrm>
            <a:off x="4615547" y="2598003"/>
            <a:ext cx="37719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63248127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B8DE0810-7D31-236E-6266-CEE93BFE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F32C-3A1B-9990-D84D-CBB2BFE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CAD35-2627-4B76-EF22-B8DAC9364E7B}"/>
              </a:ext>
            </a:extLst>
          </p:cNvPr>
          <p:cNvSpPr txBox="1"/>
          <p:nvPr/>
        </p:nvSpPr>
        <p:spPr>
          <a:xfrm>
            <a:off x="1300000" y="1500000"/>
            <a:ext cx="96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Step 1: </a:t>
            </a:r>
            <a:r>
              <a:rPr sz="1800"/>
              <a:t>load network traffic dataset using Pandas and NumPy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Step 2: </a:t>
            </a:r>
            <a:r>
              <a:rPr sz="1800"/>
              <a:t>preprocess – handle missing values, encode categories, scale features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Step 3: </a:t>
            </a:r>
            <a:r>
              <a:rPr sz="1800"/>
              <a:t>split data into training and testing sets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Step 4: </a:t>
            </a:r>
            <a:r>
              <a:rPr sz="1800"/>
              <a:t>train classification model using Scikit-learn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Step 5: </a:t>
            </a:r>
            <a:r>
              <a:rPr sz="1800"/>
              <a:t>predict normal vs. attack traffic and assign severity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Step 6: </a:t>
            </a:r>
            <a:r>
              <a:rPr sz="1800"/>
              <a:t>store detected threats and alert details in the MySQL database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F66CA-8BFA-FC45-1942-B58B99E35456}"/>
              </a:ext>
            </a:extLst>
          </p:cNvPr>
          <p:cNvSpPr txBox="1"/>
          <p:nvPr/>
        </p:nvSpPr>
        <p:spPr>
          <a:xfrm>
            <a:off x="1096000" y="700000"/>
            <a:ext cx="10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ML Workflow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B8DE0810-7D31-236E-6266-CEE93BFE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F32C-3A1B-9990-D84D-CBB2BFE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CAD35-2627-4B76-EF22-B8DAC9364E7B}"/>
              </a:ext>
            </a:extLst>
          </p:cNvPr>
          <p:cNvSpPr txBox="1"/>
          <p:nvPr/>
        </p:nvSpPr>
        <p:spPr>
          <a:xfrm>
            <a:off x="1300000" y="1500000"/>
            <a:ext cx="96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Real-time alerts: </a:t>
            </a:r>
            <a:r>
              <a:rPr sz="1800"/>
              <a:t>latest detected intrusions with severity level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Attack statistics: </a:t>
            </a:r>
            <a:r>
              <a:rPr sz="1800"/>
              <a:t>counts by attack type, protocol and time period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Threat trends: </a:t>
            </a:r>
            <a:r>
              <a:rPr sz="1800"/>
              <a:t>charts built with Matplotlib showing attack patterns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IP intelligence: </a:t>
            </a:r>
            <a:r>
              <a:rPr sz="1800"/>
              <a:t>source/destination IPs and reputation details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Incident tracking: </a:t>
            </a:r>
            <a:r>
              <a:rPr sz="1800"/>
              <a:t>alert status and actions taken by the analyst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F66CA-8BFA-FC45-1942-B58B99E35456}"/>
              </a:ext>
            </a:extLst>
          </p:cNvPr>
          <p:cNvSpPr txBox="1"/>
          <p:nvPr/>
        </p:nvSpPr>
        <p:spPr>
          <a:xfrm>
            <a:off x="1096000" y="700000"/>
            <a:ext cx="10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B8DE0810-7D31-236E-6266-CEE93BFE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F32C-3A1B-9990-D84D-CBB2BFE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CAD35-2627-4B76-EF22-B8DAC9364E7B}"/>
              </a:ext>
            </a:extLst>
          </p:cNvPr>
          <p:cNvSpPr txBox="1"/>
          <p:nvPr/>
        </p:nvSpPr>
        <p:spPr>
          <a:xfrm>
            <a:off x="1300000" y="1500000"/>
            <a:ext cx="96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Accuracy: </a:t>
            </a:r>
            <a:r>
              <a:rPr sz="1800"/>
              <a:t>overall correctness of intrusion classification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Precision &amp; Recall: </a:t>
            </a:r>
            <a:r>
              <a:rPr sz="1800"/>
              <a:t>balance between false alarms and missed attacks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F1-Score: </a:t>
            </a:r>
            <a:r>
              <a:rPr sz="1800"/>
              <a:t>combined measure of precision and recall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Confusion Matrix: </a:t>
            </a:r>
            <a:r>
              <a:rPr sz="1800"/>
              <a:t>visual breakdown of correct and wrong predictions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Database testing: </a:t>
            </a:r>
            <a:r>
              <a:rPr sz="1800"/>
              <a:t>verify inserts, joins and alert queries return correct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F66CA-8BFA-FC45-1942-B58B99E35456}"/>
              </a:ext>
            </a:extLst>
          </p:cNvPr>
          <p:cNvSpPr txBox="1"/>
          <p:nvPr/>
        </p:nvSpPr>
        <p:spPr>
          <a:xfrm>
            <a:off x="1096000" y="700000"/>
            <a:ext cx="10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Evaluation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B8DE0810-7D31-236E-6266-CEE93BFE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pPr>
              <a:spcAft>
                <a:spcPts val="600"/>
              </a:spcAft>
            </a:pPr>
            <a:fld id="{CBABCCC1-BF11-4F37-963E-1BCD5B23FD72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F32C-3A1B-9990-D84D-CBB2BFE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514650" cy="6000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ACAD35-2627-4B76-EF22-B8DAC9364E7B}"/>
              </a:ext>
            </a:extLst>
          </p:cNvPr>
          <p:cNvSpPr txBox="1"/>
          <p:nvPr/>
        </p:nvSpPr>
        <p:spPr>
          <a:xfrm>
            <a:off x="1300000" y="1500000"/>
            <a:ext cx="96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Conclusion: </a:t>
            </a:r>
            <a:r>
              <a:rPr sz="1800"/>
              <a:t>the system detects intrusions with ML, stores threats in a relational database and presents them on a dashboard, helping admins respond faster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Future Scope: </a:t>
            </a:r>
            <a:r>
              <a:rPr sz="1800"/>
              <a:t>deep learning models for unknown attacks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Future Scope: </a:t>
            </a:r>
            <a:r>
              <a:rPr sz="1800"/>
              <a:t>live packet capture and streaming analysis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Future Scope: </a:t>
            </a:r>
            <a:r>
              <a:rPr sz="1800"/>
              <a:t>email/SMS alerts and integration with external threat feeds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b="1" sz="1800"/>
              <a:t>• Future Scope: </a:t>
            </a:r>
            <a:r>
              <a:rPr sz="1800"/>
              <a:t>cloud deployment for large-scale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F66CA-8BFA-FC45-1942-B58B99E35456}"/>
              </a:ext>
            </a:extLst>
          </p:cNvPr>
          <p:cNvSpPr txBox="1"/>
          <p:nvPr/>
        </p:nvSpPr>
        <p:spPr>
          <a:xfrm>
            <a:off x="1096000" y="700000"/>
            <a:ext cx="100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540</Words>
  <Application>Microsoft Office PowerPoint</Application>
  <PresentationFormat>Widescreen</PresentationFormat>
  <Paragraphs>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AI-Based Network Intrusion Detection and Threat Intelligence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5 :  Smart Lighting System Using LDR and Arduino</dc:title>
  <dc:creator>Windows User</dc:creator>
  <cp:lastModifiedBy>SRIVALLI PAGADALA</cp:lastModifiedBy>
  <cp:revision>54</cp:revision>
  <dcterms:created xsi:type="dcterms:W3CDTF">2023-09-14T09:27:58Z</dcterms:created>
  <dcterms:modified xsi:type="dcterms:W3CDTF">2026-10-03T08:13:58Z</dcterms:modified>
</cp:coreProperties>
</file>